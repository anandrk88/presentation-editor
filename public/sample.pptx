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Default Extension="gif" ContentType="image/gif"/>
  <Default Extension="svg" ContentType="image/svg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>
        <a:buNone/>
        <a:defRPr sz="4400" kern="120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lvl1pPr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804672" y="2057400"/>
            <a:ext cx="10582656" cy="1440180"/>
          </a:xfrm>
          <a:prstGeom prst="rect">
            <a:avLst/>
          </a:prstGeom>
          <a:noFill/>
          <a:ln>
            <a:noFill/>
          </a:ln>
        </p:spPr>
        <p:txBody>
          <a:bodyPr rtlCol="0" wrap="square" lIns="91440" tIns="45720" rIns="91440" bIns="45720" anchor="b"/>
          <a:lstStyle/>
          <a:p>
            <a:pPr algn="ctr">
              <a:buNone/>
            </a:pPr>
            <a:r>
              <a:rPr lang="en-US" sz="4400" dirty="0">
                <a:solidFill>
                  <a:schemeClr val="dk1"/>
                </a:solidFill>
                <a:latin typeface="Calibri Light"/>
              </a:rPr>
              <a:t>Hello </a:t>
            </a:r>
            <a:r>
              <a:rPr lang="en-US" sz="4400" b="1" i="1" dirty="0">
                <a:solidFill>
                  <a:schemeClr val="accent1"/>
                </a:solidFill>
                <a:latin typeface="Calibri Light"/>
              </a:rPr>
              <a:t>OOXML</a:t>
            </a:r>
            <a:endParaRPr lang="en-US" sz="4400" b="1" i="1" dirty="0">
              <a:solidFill>
                <a:schemeClr val="accent1"/>
              </a:solidFill>
              <a:latin typeface="Calibri Light"/>
            </a:endParaRPr>
          </a:p>
        </p:txBody>
      </p:sp>
      <p:sp>
        <p:nvSpPr>
          <p:cNvPr id="3" name="Subtitle 2"/>
          <p:cNvSpPr txBox="1"/>
          <p:nvPr/>
        </p:nvSpPr>
        <p:spPr>
          <a:xfrm>
            <a:off x="2072640" y="3703320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rtlCol="0" wrap="square" lIns="91440" tIns="45720" rIns="91440" bIns="45720" anchor="t"/>
          <a:lstStyle/>
          <a:p>
            <a:pPr algn="ctr">
              <a:buNone/>
            </a:pPr>
            <a:r>
              <a:rPr lang="en-US" sz="2000" dirty="0">
                <a:solidFill>
                  <a:schemeClr val="dk1"/>
                </a:solidFill>
                <a:latin typeface="+mn-lt"/>
              </a:rPr>
              <a:t/>
            </a:r>
            <a:endParaRPr lang="en-US" sz="2000" dirty="0">
              <a:solidFill>
                <a:schemeClr val="dk1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-Point Star"/>
          <p:cNvSpPr/>
          <p:nvPr/>
        </p:nvSpPr>
        <p:spPr>
          <a:xfrm rot="1800000">
            <a:off x="1000000" y="1000000"/>
            <a:ext cx="2000000" cy="2000000"/>
          </a:xfrm>
          <a:prstGeom prst="star5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1">
                <a:lumMod val="75000"/>
              </a:schemeClr>
            </a:solidFill>
          </a:ln>
        </p:spPr>
        <p:txBody>
          <a:bodyPr rtlCol="0" wrap="square" lIns="91440" tIns="45720" rIns="91440" bIns="45720" anchor="ctr"/>
          <a:lstStyle/>
          <a:p>
            <a:pPr algn="ctr">
              <a:buNone/>
            </a:pPr>
            <a:r>
              <a:rPr lang="en-US" sz="1800" dirty="0">
                <a:solidFill>
                  <a:schemeClr val="lt1"/>
                </a:solidFill>
                <a:latin typeface="+mn-lt"/>
              </a:rPr>
              <a:t/>
            </a:r>
            <a:endParaRPr lang="en-US" sz="1800" dirty="0">
              <a:solidFill>
                <a:schemeClr val="lt1"/>
              </a:solidFill>
              <a:latin typeface="+mn-lt"/>
            </a:endParaRPr>
          </a:p>
        </p:txBody>
      </p:sp>
      <p:sp>
        <p:nvSpPr>
          <p:cNvPr id="3" name="Right Arrow"/>
          <p:cNvSpPr/>
          <p:nvPr/>
        </p:nvSpPr>
        <p:spPr>
          <a:xfrm flipH="1">
            <a:off x="4000000" y="1200000"/>
            <a:ext cx="2500000" cy="120000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</p:spPr>
        <p:txBody>
          <a:bodyPr rtlCol="0" wrap="square" lIns="91440" tIns="45720" rIns="91440" bIns="45720" anchor="ctr"/>
          <a:lstStyle/>
          <a:p>
            <a:pPr algn="ctr">
              <a:buNone/>
            </a:pPr>
            <a:r>
              <a:rPr lang="en-US" sz="1800" dirty="0">
                <a:solidFill>
                  <a:schemeClr val="lt1"/>
                </a:solidFill>
                <a:latin typeface="+mn-lt"/>
              </a:rPr>
              <a:t/>
            </a:r>
            <a:endParaRPr lang="en-US" sz="1800" dirty="0">
              <a:solidFill>
                <a:schemeClr val="lt1"/>
              </a:solidFill>
              <a:latin typeface="+mn-lt"/>
            </a:endParaRPr>
          </a:p>
        </p:txBody>
      </p:sp>
      <p:sp>
        <p:nvSpPr>
          <p:cNvPr id="4" name="Line"/>
          <p:cNvSpPr/>
          <p:nvPr/>
        </p:nvSpPr>
        <p:spPr>
          <a:xfrm>
            <a:off x="1000000" y="4000000"/>
            <a:ext cx="3000000" cy="800000"/>
          </a:xfrm>
          <a:prstGeom prst="line">
            <a:avLst/>
          </a:prstGeom>
          <a:noFill/>
          <a:ln w="2540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  <a:endParaRPr lang="en-US" sz="1800" dirty="0">
              <a:solidFill>
                <a:schemeClr val="dk1"/>
              </a:solidFill>
              <a:latin typeface="+mn-lt"/>
            </a:endParaRPr>
          </a:p>
        </p:txBody>
      </p:sp>
      <p:sp>
        <p:nvSpPr>
          <p:cNvPr id="5" name="TextBox"/>
          <p:cNvSpPr txBox="1"/>
          <p:nvPr/>
        </p:nvSpPr>
        <p:spPr>
          <a:xfrm>
            <a:off x="4000000" y="3500000"/>
            <a:ext cx="4000000" cy="2000000"/>
          </a:xfrm>
          <a:prstGeom prst="rect">
            <a:avLst/>
          </a:prstGeom>
          <a:noFill/>
          <a:ln>
            <a:noFill/>
          </a:ln>
        </p:spPr>
        <p:txBody>
          <a:bodyPr rtlCol="0" wrap="square" lIns="91440" tIns="45720" rIns="91440" bIns="45720" anchor="t"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04040"/>
                </a:solidFill>
                <a:latin typeface="Arial"/>
              </a:rPr>
              <a:t>First bullet</a:t>
            </a:r>
            <a:endParaRPr lang="en-US" sz="2000" dirty="0">
              <a:solidFill>
                <a:srgbClr val="404040"/>
              </a:solidFill>
              <a:latin typeface="Arial"/>
            </a:endParaRPr>
          </a:p>
          <a:p>
            <a:pPr marL="800100" indent="-342900" lvl="1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C00000"/>
                </a:solidFill>
                <a:latin typeface="Arial"/>
              </a:rPr>
              <a:t>Nested &amp; &lt;escaped&gt; "text"</a:t>
            </a:r>
            <a:endParaRPr lang="en-US" sz="1800" dirty="0">
              <a:solidFill>
                <a:srgbClr val="C00000"/>
              </a:solidFill>
              <a:latin typeface="Arial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US" sz="1800" dirty="0">
                <a:solidFill>
                  <a:schemeClr val="accent2"/>
                </a:solidFill>
                <a:latin typeface="Georgia"/>
              </a:rPr>
              <a:t>Numbered</a:t>
            </a:r>
            <a:endParaRPr lang="en-US" sz="1800" dirty="0">
              <a:solidFill>
                <a:schemeClr val="accent2"/>
              </a:solidFill>
              <a:latin typeface="Georgia"/>
            </a:endParaRPr>
          </a:p>
        </p:txBody>
      </p:sp>
      <p:pic>
        <p:nvPicPr>
          <p:cNvPr id="6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0000" y="1000000"/>
            <a:ext cx="1500000" cy="1500000"/>
          </a:xfrm>
          <a:prstGeom prst="rect">
            <a:avLst/>
          </a:prstGeom>
        </p:spPr>
      </p:pic>
    </p:spTree>
  </p:cSld>
  <p:clrMapOvr>
    <a:masterClrMapping/>
  </p:clrMapOvr>
  <p:transition spd="fast">
    <p:push dir="u"/>
  </p:transition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Presentation Editor</Application>
  <Slides>2</Slides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Smoke Deck</dc:title>
  <dc:creator>Presentation Editor</dc:creator>
  <cp:lastModifiedBy>Presentation Editor</cp:lastModifiedBy>
  <dcterms:created xsi:type="dcterms:W3CDTF">2026-06-12T17:04:55Z</dcterms:created>
  <dcterms:modified xsi:type="dcterms:W3CDTF">2026-06-12T17:04:55Z</dcterms:modified>
</cp:coreProperties>
</file>